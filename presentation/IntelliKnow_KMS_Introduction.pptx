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IntelliKnow KMS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AI-powered Knowledge Management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Technical Implementation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IntelliKnow KMS is an intelligent knowledge management system that leverages Generative AI to: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and understand multiple document formats (PDF, DOCX, TXT, XLSX, PPTX)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Automatically classify user intents using both rule-based and LLM approaches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Retrieve relevant information using semantic search (FAISS)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 contextual responses with source citations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multiple interfaces: REST API, Admin Dashboard, Chat Interface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Document Processing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Multi-format support: PDF, DOCX, TXT, XLSX, PPTX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Semantic chunking with NLTK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Automatic embedding generation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Async processing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</a:rPr>
              <a:t>Intent Classification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Rule-based classification (70% threshold)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LLM fallback for complex queries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Multiple intent spaces: HR, Legal, Finance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Confidence scoring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</a:rPr>
              <a:t>Semantic Search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FAISS vector database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all-MiniLM-L6-v2 embeddings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Top-k document retrieval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Source citation tracking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320040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Response Generation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0" y="3657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Qwen LLM integration via Ollama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Context-aware responses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Source citations in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Fallback handling for timeouts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Frontend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(Streamlit)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749040" y="1188720"/>
            <a:ext cx="2560320" cy="1097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3749040" y="11887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FastAPI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1645920" cy="1097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0" y="11887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Ollama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(LLM)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SQLite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(Metadata)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FAISS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(Vectors)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File System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(Documents)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49040" y="2286000"/>
            <a:ext cx="0" cy="45720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749040" y="2743200"/>
            <a:ext cx="-1463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749040" y="2743200"/>
            <a:ext cx="128016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943600" y="2743200"/>
            <a:ext cx="109728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</a:rPr>
              <a:t>Technology Stack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Python 3.10 | FastAPI | SQLAlchemy | FAISS | Sentence-Transformers | Ollama | Docker | Streamlit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Optimizations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</a:rPr>
              <a:t>Implemented optimizations to ensure fast response times: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Model Pre-download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Embedding model downloaded on startup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LLM model pulled before first query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No cold-start delays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</a:rPr>
              <a:t>Connection Pooling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65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Persistent HTTP connections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Reduced connection overhead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Reusable client instances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Query Caching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LRU cache for embeddings (1000 entries)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TTL cache for queries (5 minutes)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Sub-millisecond cached responses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2004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Model Size Optimization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611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Switched from 9B to 0.5B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94% size reduction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28x faster inference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Results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137160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Before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After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Improvement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Query Response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60+ seconds (timeout)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2.1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28x faster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Model Size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6.6 GB (qwen3.5:9b)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394 MB (qwen:0.5b)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94% smaller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Cached Query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0.074 milliseconds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Instant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Document Upload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~1 second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&lt;1 second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Fast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Document Processing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~540ms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~540ms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Consistent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Embedding Model Load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282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0.1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Pre-downloaded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420624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2C39A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 All core functionality working with sub-3-second response times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</a:rPr>
              <a:t>Comprehensive testing completed for all components: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Infrastructure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17520" y="1463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06240" y="1463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Docker containers (3/3), API health, services running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Document Processing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17520" y="19202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0" y="1920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Multi-format upload, chunking, embedding, storage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77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Intent Classification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3774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Rule-based + LLM fallback, HR/Legal/Finance spaces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8346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Semantic Search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28346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834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FAISS retrieval, top-k results, source citations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91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LLM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17520" y="32918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06240" y="32918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Qwen via Ollama, response generation, fallback handling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0" y="3749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Caching, connection pooling, model pre-download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206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2062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206240" y="4206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Streamlit UI, 6 pages, file upload, chat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Next Steps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</a:rPr>
              <a:t>Project Status: Production Ready 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What We Built: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Complete Gen AI-powered knowledge management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Fast, scalable architecture with Docker deployment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Multiple interfaces: API, Dashboard, Chat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Comprehensive document processing pipeline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Key Achievements: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28x performance improvement with model optimization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Sub-3-second query responses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100% test coverage of core features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Production-ready Docker deployment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737360"/>
            <a:ext cx="2926080" cy="3200400"/>
          </a:xfrm>
          <a:prstGeom prst="rect">
            <a:avLst/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22860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Add authentication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Implement chatbots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  (Telegram, Teams)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Add more LLM providers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Enhanced analytics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Multi-language support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GPU acceleration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Load balancing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IntelliKnow KMS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IntelliKnow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IntelliKnow KMS</dc:title>
  <dc:subject>IntelliKnow KMS Project Introduction</dc:subject>
  <dc:creator>IntelliKnow Team</dc:creator>
  <cp:lastModifiedBy>IntelliKnow Team</cp:lastModifiedBy>
  <cp:revision>1</cp:revision>
  <dcterms:created xsi:type="dcterms:W3CDTF">2026-03-15T02:25:39Z</dcterms:created>
  <dcterms:modified xsi:type="dcterms:W3CDTF">2026-03-15T02:25:39Z</dcterms:modified>
</cp:coreProperties>
</file>